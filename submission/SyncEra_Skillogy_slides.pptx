
<file path=[Content_Types].xml><?xml version="1.0" encoding="utf-8"?>
<Types xmlns="http://schemas.openxmlformats.org/package/2006/content-types"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jpeg" Type="http://schemas.openxmlformats.org/officeDocument/2006/relationships/image"/><Relationship Id="rId4" Target="../media/VAHY71EJHmw.mp4" Type="http://schemas.openxmlformats.org/officeDocument/2006/relationships/video"/><Relationship Id="rId5" Target="../media/VAHY71EJHmw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32" b="-132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2555" b="0"/>
          <a:stretch>
            <a:fillRect/>
          </a:stretch>
        </p:blipFill>
        <p:spPr>
          <a:xfrm flipH="false" flipV="false" rot="0">
            <a:off x="2177964" y="1738456"/>
            <a:ext cx="14007779" cy="80860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DAHY7GyRWXQ</dc:identifier>
  <dcterms:modified xsi:type="dcterms:W3CDTF">2011-08-01T06:04:30Z</dcterms:modified>
  <cp:revision>1</cp:revision>
  <dc:title>Skillogy_Pitch_Content_and_Speech.pptx</dc:title>
</cp:coreProperties>
</file>